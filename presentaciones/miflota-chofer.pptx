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640080"/>
            <a:ext cx="603504" cy="603504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4652"/>
            <a:ext cx="603504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4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71323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7DCA8"/>
                </a:solidFill>
                <a:latin typeface="Aptos Display"/>
              </a:rPr>
              <a:t>PRESENTACIÓN DE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6675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DF8"/>
                </a:solidFill>
                <a:latin typeface="Plus Jakarta Sans"/>
              </a:rPr>
              <a:t>MiFlota Chofer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514600"/>
            <a:ext cx="62179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7DCA8"/>
                </a:solidFill>
                <a:latin typeface="Plus Jakarta Sans"/>
              </a:rPr>
              <a:t>La operación diaria del conductor, sin vueltas.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3337560"/>
            <a:ext cx="2331720" cy="365760"/>
          </a:xfrm>
          <a:prstGeom prst="roundRect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3342132"/>
            <a:ext cx="2295144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56B4D"/>
                </a:solidFill>
                <a:latin typeface="Plus Jakarta Sans"/>
              </a:rPr>
              <a:t>App móvil para conductores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941832"/>
            <a:ext cx="2743200" cy="5440680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54112" y="1097280"/>
            <a:ext cx="2505456" cy="5157216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50808" y="1005840"/>
            <a:ext cx="512064" cy="109728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00415" y="1335024"/>
            <a:ext cx="274320" cy="27432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0415" y="1339595"/>
            <a:ext cx="274320" cy="2651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371600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6150F"/>
                </a:solidFill>
                <a:latin typeface="Plus Jakarta Sans"/>
              </a:rPr>
              <a:t>MiFlota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88552" y="1362456"/>
            <a:ext cx="566928" cy="219456"/>
          </a:xfrm>
          <a:prstGeom prst="roundRect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6840" y="1367028"/>
            <a:ext cx="530352" cy="2103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256B4D"/>
                </a:solidFill>
                <a:latin typeface="Plus Jakarta Sans"/>
              </a:rPr>
              <a:t>CHOFER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1783080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Hola, Diego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8704" y="2057400"/>
            <a:ext cx="219456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46F65"/>
                </a:solidFill>
                <a:latin typeface="Plus Jakarta Sans"/>
              </a:rPr>
              <a:t>Tu resumen de hoy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423160"/>
            <a:ext cx="2194560" cy="822960"/>
          </a:xfrm>
          <a:prstGeom prst="round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65008" y="256946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6150F"/>
                </a:solidFill>
                <a:latin typeface="Plus Jakarta Sans"/>
              </a:rPr>
              <a:t>$ 1.080.000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289864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6150F"/>
                </a:solidFill>
                <a:latin typeface="Plus Jakarta Sans"/>
              </a:rPr>
              <a:t>deuda pendiente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3575304"/>
            <a:ext cx="2194560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28431" y="3666744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Próximo vencimiento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666744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914531"/>
                </a:solidFill>
                <a:latin typeface="Plus Jakarta Sans"/>
              </a:rPr>
              <a:t>07 ago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4050791"/>
            <a:ext cx="2194560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28431" y="4142231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Pagos registrados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142231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256B4D"/>
                </a:solidFill>
                <a:latin typeface="Plus Jakarta Sans"/>
              </a:rPr>
              <a:t>14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4526280"/>
            <a:ext cx="2194560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28431" y="4617720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Reportar falla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61772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8A5D16"/>
                </a:solidFill>
                <a:latin typeface="Plus Jakarta San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5769864"/>
            <a:ext cx="2194560" cy="310896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91856" y="5852160"/>
            <a:ext cx="202996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F4F0E8"/>
                </a:solidFill>
                <a:latin typeface="Plus Jakarta Sans"/>
              </a:rPr>
              <a:t>Inicio     Flota     Más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5961888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D9E8DC"/>
                </a:solidFill>
                <a:latin typeface="Plus Jakarta Sans"/>
              </a:rPr>
              <a:t>SALDO · PAGO · SOPORTE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Chofer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8620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D16"/>
                </a:solidFill>
                <a:latin typeface="Aptos Display"/>
              </a:rPr>
              <a:t>01 · LA OPORTUNIDAD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6150F"/>
                </a:solidFill>
                <a:latin typeface="Plus Jakarta Sans"/>
              </a:rPr>
              <a:t>Más claridad para el chofer, menos idas y vueltas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72768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746F65"/>
                </a:solidFill>
                <a:latin typeface="Plus Jakarta Sans"/>
              </a:rPr>
              <a:t>El conductor ve lo que debe, paga y deja constancia desde el celular.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38912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46F65"/>
                </a:solidFill>
                <a:latin typeface="Plus Jakarta San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93392"/>
            <a:ext cx="3401568" cy="1828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7" y="2176272"/>
            <a:ext cx="384048" cy="256032"/>
          </a:xfrm>
          <a:prstGeom prst="roundRect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180844"/>
            <a:ext cx="3474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87752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Saber el saldo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926080"/>
            <a:ext cx="3035808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Deuda pendiente, cuotas y próximo vencimiento en el inicio.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93392"/>
            <a:ext cx="3401568" cy="1828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72000" y="2176272"/>
            <a:ext cx="384048" cy="256032"/>
          </a:xfrm>
          <a:prstGeom prst="round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2180844"/>
            <a:ext cx="3474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87752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Pagar con evidencia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26080"/>
            <a:ext cx="3035808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Carga el importe y el comprobante para que el dueño lo valide.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993392"/>
            <a:ext cx="3401568" cy="18288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02752" y="2176272"/>
            <a:ext cx="384048" cy="256032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2180844"/>
            <a:ext cx="3474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587752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Pedir soporte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926080"/>
            <a:ext cx="3035808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Reporta una falla del vehículo con contexto y seguimiento.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389120"/>
            <a:ext cx="1965960" cy="1965960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33271" y="4544568"/>
            <a:ext cx="1728216" cy="1682495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641348" y="4453128"/>
            <a:ext cx="512064" cy="109728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179576" y="4782312"/>
            <a:ext cx="274320" cy="27432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79576" y="4786883"/>
            <a:ext cx="274320" cy="2651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4818888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6150F"/>
                </a:solidFill>
                <a:latin typeface="Plus Jakarta Sans"/>
              </a:rPr>
              <a:t>MiFlota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67712" y="4809744"/>
            <a:ext cx="566928" cy="219456"/>
          </a:xfrm>
          <a:prstGeom prst="roundRect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86000" y="4814316"/>
            <a:ext cx="530352" cy="2103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256B4D"/>
                </a:solidFill>
                <a:latin typeface="Plus Jakarta Sans"/>
              </a:rPr>
              <a:t>CHOFER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230368"/>
            <a:ext cx="14173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Hola, Diego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7864" y="5504688"/>
            <a:ext cx="1417319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46F65"/>
                </a:solidFill>
                <a:latin typeface="Plus Jakarta Sans"/>
              </a:rPr>
              <a:t>Tu resumen de hoy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88720" y="5870448"/>
            <a:ext cx="1417319" cy="822960"/>
          </a:xfrm>
          <a:prstGeom prst="round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44168" y="6016752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6150F"/>
                </a:solidFill>
                <a:latin typeface="Plus Jakarta Sans"/>
              </a:rPr>
              <a:t>$ 1.080.000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3312" y="6345936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6150F"/>
                </a:solidFill>
                <a:latin typeface="Plus Jakarta Sans"/>
              </a:rPr>
              <a:t>deuda pendiente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8720" y="7022592"/>
            <a:ext cx="1417319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07592" y="7114031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Próximo vencimiento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7114031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914531"/>
                </a:solidFill>
                <a:latin typeface="Plus Jakarta Sans"/>
              </a:rPr>
              <a:t>07 ago 2026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88720" y="7498079"/>
            <a:ext cx="1417319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307592" y="7589519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Pagos registrados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7589519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256B4D"/>
                </a:solidFill>
                <a:latin typeface="Plus Jakarta Sans"/>
              </a:rPr>
              <a:t>14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8720" y="7973567"/>
            <a:ext cx="1417319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307592" y="8065007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Reportar falla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8065007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8A5D16"/>
                </a:solidFill>
                <a:latin typeface="Plus Jakarta Sans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88720" y="5742431"/>
            <a:ext cx="1417319" cy="310896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71016" y="5824727"/>
            <a:ext cx="125272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F4F0E8"/>
                </a:solidFill>
                <a:latin typeface="Plus Jakarta Sans"/>
              </a:rPr>
              <a:t>Inicio     Flota     Más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0128" y="4919472"/>
            <a:ext cx="7223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6150F"/>
                </a:solidFill>
                <a:latin typeface="Plus Jakarta Sans"/>
              </a:rPr>
              <a:t>Una relación más transparente empieza por la misma información.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Chofer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8620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FFFDF8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E8A13A"/>
                </a:solidFill>
                <a:latin typeface="Aptos Display"/>
              </a:rPr>
              <a:t>02 · FLUJO DIARIO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FFFDF8"/>
                </a:solidFill>
                <a:latin typeface="Plus Jakarta Sans"/>
              </a:rPr>
              <a:t>Del resumen al comprobante en menos de un minuto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72768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F7DCA8"/>
                </a:solidFill>
                <a:latin typeface="Plus Jakarta Sans"/>
              </a:rPr>
              <a:t>La app acompaña los momentos que más importan en la operación.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38912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7DCA8"/>
                </a:solidFill>
                <a:latin typeface="Plus Jakarta San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788920"/>
            <a:ext cx="1828800" cy="126187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2688" y="2971800"/>
            <a:ext cx="402336" cy="265176"/>
          </a:xfrm>
          <a:prstGeom prst="roundRect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976372"/>
            <a:ext cx="365760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37413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Inicio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67588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746F65"/>
                </a:solidFill>
                <a:latin typeface="Plus Jakarta Sans"/>
              </a:rPr>
              <a:t>ver saldo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419856"/>
            <a:ext cx="384048" cy="0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36392" y="2788920"/>
            <a:ext cx="1828800" cy="126187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19272" y="2971800"/>
            <a:ext cx="402336" cy="265176"/>
          </a:xfrm>
          <a:prstGeom prst="round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2976372"/>
            <a:ext cx="365760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337413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Pagar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367588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746F65"/>
                </a:solidFill>
                <a:latin typeface="Plus Jakarta Sans"/>
              </a:rPr>
              <a:t>importe + recibo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38344" y="3419856"/>
            <a:ext cx="384048" cy="0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522976" y="2788920"/>
            <a:ext cx="1828800" cy="126187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705856" y="2971800"/>
            <a:ext cx="402336" cy="265176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24144" y="2976372"/>
            <a:ext cx="365760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05856" y="337413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Pagos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05856" y="367588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746F65"/>
                </a:solidFill>
                <a:latin typeface="Plus Jakarta Sans"/>
              </a:rPr>
              <a:t>historial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24928" y="3419856"/>
            <a:ext cx="384047" cy="0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909560" y="2788920"/>
            <a:ext cx="1828800" cy="1261872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92440" y="2971800"/>
            <a:ext cx="402336" cy="265176"/>
          </a:xfrm>
          <a:prstGeom prst="roundRect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10727" y="2976372"/>
            <a:ext cx="365760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37413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Reportar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67588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 i="0">
                <a:solidFill>
                  <a:srgbClr val="746F65"/>
                </a:solidFill>
                <a:latin typeface="Plus Jakarta Sans"/>
              </a:rPr>
              <a:t>falla del auto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4919472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F7DCA8"/>
                </a:solidFill>
                <a:latin typeface="Plus Jakarta Sans"/>
              </a:rPr>
              <a:t>El chofer gana autonomía; el dueño gana trazabilidad.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4782312"/>
            <a:ext cx="868680" cy="329184"/>
          </a:xfrm>
          <a:prstGeom prst="roundRect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13648" y="4786884"/>
            <a:ext cx="83210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256B4D"/>
                </a:solidFill>
                <a:latin typeface="Plus Jakarta Sans"/>
              </a:rPr>
              <a:t>simple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46920" y="4782312"/>
            <a:ext cx="868680" cy="329184"/>
          </a:xfrm>
          <a:prstGeom prst="roundRect">
            <a:avLst/>
          </a:prstGeom>
          <a:solidFill>
            <a:srgbClr val="F7D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65208" y="4786884"/>
            <a:ext cx="832103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8A5D16"/>
                </a:solidFill>
                <a:latin typeface="Plus Jakarta Sans"/>
              </a:rPr>
              <a:t>visible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698480" y="4782312"/>
            <a:ext cx="960120" cy="329184"/>
          </a:xfrm>
          <a:prstGeom prst="roundRect">
            <a:avLst/>
          </a:prstGeom>
          <a:solidFill>
            <a:srgbClr val="F3D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716767" y="4786884"/>
            <a:ext cx="92354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914531"/>
                </a:solidFill>
                <a:latin typeface="Plus Jakarta Sans"/>
              </a:rPr>
              <a:t>auditable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Chofer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8620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D16"/>
                </a:solidFill>
                <a:latin typeface="Aptos Display"/>
              </a:rPr>
              <a:t>03 ·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6150F"/>
                </a:solidFill>
                <a:latin typeface="Plus Jakarta Sans"/>
              </a:rPr>
              <a:t>Todo lo necesario, sin ruido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72768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746F65"/>
                </a:solidFill>
                <a:latin typeface="Plus Jakarta Sans"/>
              </a:rPr>
              <a:t>La navegación está centrada en saldo, pagos y ayuda.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38912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46F65"/>
                </a:solidFill>
                <a:latin typeface="Plus Jakarta San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2221992" cy="4709160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2104" y="1819656"/>
            <a:ext cx="1984248" cy="4425696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68196" y="1728216"/>
            <a:ext cx="512064" cy="109728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78408" y="2057400"/>
            <a:ext cx="274320" cy="27432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2061972"/>
            <a:ext cx="274320" cy="2651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09397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6150F"/>
                </a:solidFill>
                <a:latin typeface="Plus Jakarta Sans"/>
              </a:rPr>
              <a:t>MiFlota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66543" y="2084832"/>
            <a:ext cx="566928" cy="219456"/>
          </a:xfrm>
          <a:prstGeom prst="roundRect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84831" y="2089404"/>
            <a:ext cx="530352" cy="2103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256B4D"/>
                </a:solidFill>
                <a:latin typeface="Plus Jakarta Sans"/>
              </a:rPr>
              <a:t>CHOFER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505456"/>
            <a:ext cx="1673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Hola, Diego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277977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46F65"/>
                </a:solidFill>
                <a:latin typeface="Plus Jakarta Sans"/>
              </a:rPr>
              <a:t>Tu resumen de hoy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3145536"/>
            <a:ext cx="1673352" cy="822960"/>
          </a:xfrm>
          <a:prstGeom prst="roundRect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329184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6150F"/>
                </a:solidFill>
                <a:latin typeface="Plus Jakarta Sans"/>
              </a:rPr>
              <a:t>$ 1.080.000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3621024"/>
            <a:ext cx="13990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6150F"/>
                </a:solidFill>
                <a:latin typeface="Plus Jakarta Sans"/>
              </a:rPr>
              <a:t>deuda pendiente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" y="4297680"/>
            <a:ext cx="167335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06424" y="4389120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Próximo vencimiento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21991" y="438912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914531"/>
                </a:solidFill>
                <a:latin typeface="Plus Jakarta Sans"/>
              </a:rPr>
              <a:t>07 ago 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" y="4773168"/>
            <a:ext cx="167335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06424" y="4864608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Pagos registrados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21991" y="4864608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256B4D"/>
                </a:solidFill>
                <a:latin typeface="Plus Jakarta Sans"/>
              </a:rPr>
              <a:t>14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" y="5248656"/>
            <a:ext cx="167335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06424" y="5340096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Reportar falla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21991" y="5340096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8A5D16"/>
                </a:solidFill>
                <a:latin typeface="Plus Jakarta San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" y="5760720"/>
            <a:ext cx="1673352" cy="310896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9848" y="5843016"/>
            <a:ext cx="15087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F4F0E8"/>
                </a:solidFill>
                <a:latin typeface="Plus Jakarta Sans"/>
              </a:rPr>
              <a:t>Inicio     Flota     Más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01568" y="1664208"/>
            <a:ext cx="2221992" cy="4709160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520440" y="1819656"/>
            <a:ext cx="1984248" cy="4425696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256532" y="1728216"/>
            <a:ext cx="512064" cy="109728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666744" y="2057400"/>
            <a:ext cx="274320" cy="27432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66744" y="2061972"/>
            <a:ext cx="274320" cy="2651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14216" y="209397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6150F"/>
                </a:solidFill>
                <a:latin typeface="Plus Jakarta Sans"/>
              </a:rPr>
              <a:t>MiFlota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2084832"/>
            <a:ext cx="566928" cy="219456"/>
          </a:xfrm>
          <a:prstGeom prst="roundRect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73168" y="2089404"/>
            <a:ext cx="530352" cy="2103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256B4D"/>
                </a:solidFill>
                <a:latin typeface="Plus Jakarta Sans"/>
              </a:rPr>
              <a:t>CHOFER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75888" y="2505456"/>
            <a:ext cx="1673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Hola, Diego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85032" y="277977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46F65"/>
                </a:solidFill>
                <a:latin typeface="Plus Jakarta Sans"/>
              </a:rPr>
              <a:t>Tu resumen de hoy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75888" y="3145536"/>
            <a:ext cx="1673352" cy="822960"/>
          </a:xfrm>
          <a:prstGeom prst="round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31336" y="329184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6150F"/>
                </a:solidFill>
                <a:latin typeface="Plus Jakarta Sans"/>
              </a:rPr>
              <a:t>$ 1.080.000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3621024"/>
            <a:ext cx="13990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6150F"/>
                </a:solidFill>
                <a:latin typeface="Plus Jakarta Sans"/>
              </a:rPr>
              <a:t>deuda pendiente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75888" y="4297680"/>
            <a:ext cx="167335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94760" y="4389120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Próximo vencimiento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10328" y="438912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914531"/>
                </a:solidFill>
                <a:latin typeface="Plus Jakarta Sans"/>
              </a:rPr>
              <a:t>07 ago 2026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75888" y="4773168"/>
            <a:ext cx="167335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94760" y="4864608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Pagos registrados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10328" y="4864608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256B4D"/>
                </a:solidFill>
                <a:latin typeface="Plus Jakarta Sans"/>
              </a:rPr>
              <a:t>14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75888" y="5248656"/>
            <a:ext cx="167335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794760" y="5340096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Reportar falla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10328" y="5340096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8A5D16"/>
                </a:solidFill>
                <a:latin typeface="Plus Jakarta Sans"/>
              </a:rP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75888" y="5760720"/>
            <a:ext cx="1673352" cy="310896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758184" y="5843016"/>
            <a:ext cx="15087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F4F0E8"/>
                </a:solidFill>
                <a:latin typeface="Plus Jakarta Sans"/>
              </a:rPr>
              <a:t>Inicio     Flota     Más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89904" y="1664208"/>
            <a:ext cx="2221992" cy="4709160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208776" y="1819656"/>
            <a:ext cx="1984248" cy="4425696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944868" y="1728216"/>
            <a:ext cx="512064" cy="109728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355080" y="2057400"/>
            <a:ext cx="274320" cy="27432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55080" y="2061972"/>
            <a:ext cx="274320" cy="2651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02552" y="209397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6150F"/>
                </a:solidFill>
                <a:latin typeface="Plus Jakarta Sans"/>
              </a:rPr>
              <a:t>MiFlota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43216" y="2084832"/>
            <a:ext cx="566928" cy="219456"/>
          </a:xfrm>
          <a:prstGeom prst="roundRect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461504" y="2089404"/>
            <a:ext cx="530352" cy="2103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256B4D"/>
                </a:solidFill>
                <a:latin typeface="Plus Jakarta Sans"/>
              </a:rPr>
              <a:t>CHOFER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64224" y="2505456"/>
            <a:ext cx="1673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Hola, Diego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73368" y="277977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46F65"/>
                </a:solidFill>
                <a:latin typeface="Plus Jakarta Sans"/>
              </a:rPr>
              <a:t>Tu resumen de hoy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64224" y="3145536"/>
            <a:ext cx="1673352" cy="82296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519672" y="3291840"/>
            <a:ext cx="1399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6150F"/>
                </a:solidFill>
                <a:latin typeface="Plus Jakarta Sans"/>
              </a:rPr>
              <a:t>$ 1.080.000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28816" y="3621024"/>
            <a:ext cx="13990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6150F"/>
                </a:solidFill>
                <a:latin typeface="Plus Jakarta Sans"/>
              </a:rPr>
              <a:t>deuda pendiente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64224" y="4297680"/>
            <a:ext cx="167335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83096" y="4389120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Próximo vencimiento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98664" y="438912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914531"/>
                </a:solidFill>
                <a:latin typeface="Plus Jakarta Sans"/>
              </a:rPr>
              <a:t>07 ago 2026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64224" y="4773168"/>
            <a:ext cx="167335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483096" y="4864608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Pagos registrados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98664" y="4864608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256B4D"/>
                </a:solidFill>
                <a:latin typeface="Plus Jakarta Sans"/>
              </a:rPr>
              <a:t>14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64224" y="5248656"/>
            <a:ext cx="167335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83096" y="5340096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Reportar falla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98664" y="5340096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8A5D16"/>
                </a:solidFill>
                <a:latin typeface="Plus Jakarta Sans"/>
              </a:rPr>
              <a:t>→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364224" y="5760720"/>
            <a:ext cx="1673352" cy="310896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446520" y="5843016"/>
            <a:ext cx="15087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F4F0E8"/>
                </a:solidFill>
                <a:latin typeface="Plus Jakarta Sans"/>
              </a:rPr>
              <a:t>Inicio     Flota     Más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897112" y="1874519"/>
            <a:ext cx="2359152" cy="4297680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189720" y="219456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E8A13A"/>
                </a:solidFill>
                <a:latin typeface="Aptos Display"/>
              </a:rPr>
              <a:t>MOMENTOS CLAVE</a:t>
            </a:r>
          </a:p>
        </p:txBody>
      </p:sp>
      <p:sp>
        <p:nvSpPr>
          <p:cNvPr id="82" name="Oval 81"/>
          <p:cNvSpPr/>
          <p:nvPr/>
        </p:nvSpPr>
        <p:spPr>
          <a:xfrm>
            <a:off x="9171432" y="2761488"/>
            <a:ext cx="91440" cy="91440"/>
          </a:xfrm>
          <a:prstGeom prst="ellipse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336024" y="2679192"/>
            <a:ext cx="1618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FFFDF8"/>
                </a:solidFill>
                <a:latin typeface="Plus Jakarta Sans"/>
              </a:rPr>
              <a:t>Inicio: resumen de cuenta.</a:t>
            </a:r>
          </a:p>
        </p:txBody>
      </p:sp>
      <p:sp>
        <p:nvSpPr>
          <p:cNvPr id="84" name="Oval 83"/>
          <p:cNvSpPr/>
          <p:nvPr/>
        </p:nvSpPr>
        <p:spPr>
          <a:xfrm>
            <a:off x="9171432" y="3200400"/>
            <a:ext cx="91440" cy="91440"/>
          </a:xfrm>
          <a:prstGeom prst="ellipse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336024" y="3118104"/>
            <a:ext cx="1618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FFFDF8"/>
                </a:solidFill>
                <a:latin typeface="Plus Jakarta Sans"/>
              </a:rPr>
              <a:t>Pagar: comprobante.</a:t>
            </a:r>
          </a:p>
        </p:txBody>
      </p:sp>
      <p:sp>
        <p:nvSpPr>
          <p:cNvPr id="86" name="Oval 85"/>
          <p:cNvSpPr/>
          <p:nvPr/>
        </p:nvSpPr>
        <p:spPr>
          <a:xfrm>
            <a:off x="9171432" y="3639312"/>
            <a:ext cx="91440" cy="91440"/>
          </a:xfrm>
          <a:prstGeom prst="ellipse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336024" y="3557016"/>
            <a:ext cx="1618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FFFDF8"/>
                </a:solidFill>
                <a:latin typeface="Plus Jakarta Sans"/>
              </a:rPr>
              <a:t>Pagos: historial claro.</a:t>
            </a:r>
          </a:p>
        </p:txBody>
      </p:sp>
      <p:sp>
        <p:nvSpPr>
          <p:cNvPr id="88" name="Oval 87"/>
          <p:cNvSpPr/>
          <p:nvPr/>
        </p:nvSpPr>
        <p:spPr>
          <a:xfrm>
            <a:off x="9171432" y="4078224"/>
            <a:ext cx="91440" cy="91440"/>
          </a:xfrm>
          <a:prstGeom prst="ellipse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336024" y="3995928"/>
            <a:ext cx="1618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FFFDF8"/>
                </a:solidFill>
                <a:latin typeface="Plus Jakarta Sans"/>
              </a:rPr>
              <a:t>Reportes: falla del vehículo.</a:t>
            </a:r>
          </a:p>
        </p:txBody>
      </p:sp>
      <p:sp>
        <p:nvSpPr>
          <p:cNvPr id="90" name="Oval 89"/>
          <p:cNvSpPr/>
          <p:nvPr/>
        </p:nvSpPr>
        <p:spPr>
          <a:xfrm>
            <a:off x="9171432" y="4517136"/>
            <a:ext cx="91440" cy="91440"/>
          </a:xfrm>
          <a:prstGeom prst="ellipse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336024" y="4434840"/>
            <a:ext cx="1618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FFFDF8"/>
                </a:solidFill>
                <a:latin typeface="Plus Jakarta Sans"/>
              </a:rPr>
              <a:t>Perfil: datos y acceso.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Chofer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8620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FFFDF8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E8A13A"/>
                </a:solidFill>
                <a:latin typeface="Aptos Display"/>
              </a:rPr>
              <a:t>04 · CONFIANZA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FFFDF8"/>
                </a:solidFill>
                <a:latin typeface="Plus Jakarta Sans"/>
              </a:rPr>
              <a:t>Cada chofer ve sólo lo que necesita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72768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F7DCA8"/>
                </a:solidFill>
                <a:latin typeface="Plus Jakarta Sans"/>
              </a:rPr>
              <a:t>Acceso por sesión y alcance por vehículo para mantener la operación ordenada.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38912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7DCA8"/>
                </a:solidFill>
                <a:latin typeface="Plus Jakarta San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2999232" cy="265176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4128" y="2395728"/>
            <a:ext cx="411480" cy="274320"/>
          </a:xfrm>
          <a:prstGeom prst="round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" y="2400300"/>
            <a:ext cx="37490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81635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6150F"/>
                </a:solidFill>
                <a:latin typeface="Plus Jakarta Sans"/>
              </a:rPr>
              <a:t>Inicio de sesión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182112"/>
            <a:ext cx="2240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746F65"/>
                </a:solidFill>
                <a:latin typeface="Plus Jakarta Sans"/>
              </a:rPr>
              <a:t>Usuario por nombre.apellido y contraseña entregada por el dueño.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057400"/>
            <a:ext cx="2999232" cy="265176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62856" y="2395728"/>
            <a:ext cx="411480" cy="27432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81144" y="2400300"/>
            <a:ext cx="37490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81635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6150F"/>
                </a:solidFill>
                <a:latin typeface="Plus Jakarta Sans"/>
              </a:rPr>
              <a:t>Cuenta acotada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318211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746F65"/>
                </a:solidFill>
                <a:latin typeface="Plus Jakarta Sans"/>
              </a:rPr>
              <a:t>Saldo, pagos y reportes del vehículo asignado; sin acceso a la flota completa.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0688" y="2057400"/>
            <a:ext cx="2999232" cy="265176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01583" y="2395728"/>
            <a:ext cx="411480" cy="274320"/>
          </a:xfrm>
          <a:prstGeom prst="roundRect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19871" y="2400300"/>
            <a:ext cx="37490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2816352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6150F"/>
                </a:solidFill>
                <a:latin typeface="Plus Jakarta Sans"/>
              </a:rPr>
              <a:t>Registro compartido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318211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746F65"/>
                </a:solidFill>
                <a:latin typeface="Plus Jakarta Sans"/>
              </a:rPr>
              <a:t>El comprobante queda asociado al movimiento para que ambas partes trabajen con el mismo dato.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257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7DCA8"/>
                </a:solidFill>
                <a:latin typeface="Plus Jakarta Sans"/>
              </a:rPr>
              <a:t>La confianza se diseña en el flujo, no se agrega al final.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Chofer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8620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D16"/>
                </a:solidFill>
                <a:latin typeface="Aptos Display"/>
              </a:rPr>
              <a:t>05 ·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6150F"/>
                </a:solidFill>
                <a:latin typeface="Plus Jakarta Sans"/>
              </a:rPr>
              <a:t>Un día más simple para cada conductor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72768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746F65"/>
                </a:solidFill>
                <a:latin typeface="Plus Jakarta Sans"/>
              </a:rPr>
              <a:t>MiFlota Chofer convierte la administración en una conversación clara.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38912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46F65"/>
                </a:solidFill>
                <a:latin typeface="Plus Jakarta San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64208"/>
            <a:ext cx="2377440" cy="4663440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33271" y="1819656"/>
            <a:ext cx="2139696" cy="4379976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847087" y="1728216"/>
            <a:ext cx="512064" cy="109728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79576" y="2057400"/>
            <a:ext cx="274320" cy="27432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9576" y="2061972"/>
            <a:ext cx="274320" cy="2651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09397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6150F"/>
                </a:solidFill>
                <a:latin typeface="Plus Jakarta Sans"/>
              </a:rPr>
              <a:t>MiFlota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67712" y="2084832"/>
            <a:ext cx="566928" cy="219456"/>
          </a:xfrm>
          <a:prstGeom prst="roundRect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0" y="2089404"/>
            <a:ext cx="530352" cy="2103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256B4D"/>
                </a:solidFill>
                <a:latin typeface="Plus Jakarta Sans"/>
              </a:rPr>
              <a:t>CHOFER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50545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Hola, Diego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7864" y="2779776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46F65"/>
                </a:solidFill>
                <a:latin typeface="Plus Jakarta Sans"/>
              </a:rPr>
              <a:t>Tu resumen de hoy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3145536"/>
            <a:ext cx="1828800" cy="822960"/>
          </a:xfrm>
          <a:prstGeom prst="round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44168" y="32918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6150F"/>
                </a:solidFill>
                <a:latin typeface="Plus Jakarta Sans"/>
              </a:rPr>
              <a:t>$ 1.080.000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621024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6150F"/>
                </a:solidFill>
                <a:latin typeface="Plus Jakarta Sans"/>
              </a:rPr>
              <a:t>deuda pendiente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297680"/>
            <a:ext cx="1828800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07592" y="4389120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Próximo vencimiento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38912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914531"/>
                </a:solidFill>
                <a:latin typeface="Plus Jakarta Sans"/>
              </a:rPr>
              <a:t>07 ago 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4773168"/>
            <a:ext cx="1828800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07592" y="4864608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Pagos registrados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864608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256B4D"/>
                </a:solidFill>
                <a:latin typeface="Plus Jakarta Sans"/>
              </a:rPr>
              <a:t>14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20" y="5248656"/>
            <a:ext cx="1828800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07592" y="5340096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Reportar falla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5340096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8A5D16"/>
                </a:solidFill>
                <a:latin typeface="Plus Jakarta San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5715000"/>
            <a:ext cx="1828800" cy="310896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71016" y="5797296"/>
            <a:ext cx="166420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F4F0E8"/>
                </a:solidFill>
                <a:latin typeface="Plus Jakarta Sans"/>
              </a:rPr>
              <a:t>Inicio     Flota     Más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1993392"/>
            <a:ext cx="6903720" cy="3063240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2359152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E8A13A"/>
                </a:solidFill>
                <a:latin typeface="Aptos Display"/>
              </a:rPr>
              <a:t>RECORRIDO SUGERIDO</a:t>
            </a:r>
          </a:p>
        </p:txBody>
      </p:sp>
      <p:sp>
        <p:nvSpPr>
          <p:cNvPr id="34" name="Oval 33"/>
          <p:cNvSpPr/>
          <p:nvPr/>
        </p:nvSpPr>
        <p:spPr>
          <a:xfrm>
            <a:off x="4526280" y="2916936"/>
            <a:ext cx="91440" cy="91440"/>
          </a:xfrm>
          <a:prstGeom prst="ellipse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90872" y="2834640"/>
            <a:ext cx="58247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FFFDF8"/>
                </a:solidFill>
                <a:latin typeface="Plus Jakarta Sans"/>
              </a:rPr>
              <a:t>Ingresar con las credenciales entregadas.</a:t>
            </a:r>
          </a:p>
        </p:txBody>
      </p:sp>
      <p:sp>
        <p:nvSpPr>
          <p:cNvPr id="36" name="Oval 35"/>
          <p:cNvSpPr/>
          <p:nvPr/>
        </p:nvSpPr>
        <p:spPr>
          <a:xfrm>
            <a:off x="4526280" y="3319272"/>
            <a:ext cx="91440" cy="91440"/>
          </a:xfrm>
          <a:prstGeom prst="ellipse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90872" y="3236976"/>
            <a:ext cx="58247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FFFDF8"/>
                </a:solidFill>
                <a:latin typeface="Plus Jakarta Sans"/>
              </a:rPr>
              <a:t>Revisar deuda y próximo vencimiento.</a:t>
            </a:r>
          </a:p>
        </p:txBody>
      </p:sp>
      <p:sp>
        <p:nvSpPr>
          <p:cNvPr id="38" name="Oval 37"/>
          <p:cNvSpPr/>
          <p:nvPr/>
        </p:nvSpPr>
        <p:spPr>
          <a:xfrm>
            <a:off x="4526280" y="3721608"/>
            <a:ext cx="91440" cy="91440"/>
          </a:xfrm>
          <a:prstGeom prst="ellipse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90872" y="3639312"/>
            <a:ext cx="58247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FFFDF8"/>
                </a:solidFill>
                <a:latin typeface="Plus Jakarta Sans"/>
              </a:rPr>
              <a:t>Registrar un pago con comprobante.</a:t>
            </a:r>
          </a:p>
        </p:txBody>
      </p:sp>
      <p:sp>
        <p:nvSpPr>
          <p:cNvPr id="40" name="Oval 39"/>
          <p:cNvSpPr/>
          <p:nvPr/>
        </p:nvSpPr>
        <p:spPr>
          <a:xfrm>
            <a:off x="4526280" y="4123944"/>
            <a:ext cx="91440" cy="91440"/>
          </a:xfrm>
          <a:prstGeom prst="ellipse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690872" y="4041648"/>
            <a:ext cx="58247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FFFDF8"/>
                </a:solidFill>
                <a:latin typeface="Plus Jakarta Sans"/>
              </a:rPr>
              <a:t>Abrir Pagos para verificar el historial.</a:t>
            </a:r>
          </a:p>
        </p:txBody>
      </p:sp>
      <p:sp>
        <p:nvSpPr>
          <p:cNvPr id="42" name="Oval 41"/>
          <p:cNvSpPr/>
          <p:nvPr/>
        </p:nvSpPr>
        <p:spPr>
          <a:xfrm>
            <a:off x="4526280" y="4526280"/>
            <a:ext cx="91440" cy="91440"/>
          </a:xfrm>
          <a:prstGeom prst="ellipse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90872" y="4443984"/>
            <a:ext cx="582472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FFFDF8"/>
                </a:solidFill>
                <a:latin typeface="Plus Jakarta Sans"/>
              </a:rPr>
              <a:t>Reportar una falla si aparece.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26280" y="4617720"/>
            <a:ext cx="1554480" cy="320040"/>
          </a:xfrm>
          <a:prstGeom prst="roundRect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26280" y="4611940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256B4D"/>
                </a:solidFill>
                <a:latin typeface="Plus Jakarta Sans"/>
              </a:rPr>
              <a:t>claro para el chofer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6208" y="4617720"/>
            <a:ext cx="1508760" cy="320040"/>
          </a:xfrm>
          <a:prstGeom prst="roundRect">
            <a:avLst/>
          </a:prstGeom>
          <a:solidFill>
            <a:srgbClr val="F7D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54496" y="4622292"/>
            <a:ext cx="14721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8A5D16"/>
                </a:solidFill>
                <a:latin typeface="Plus Jakarta Sans"/>
              </a:rPr>
              <a:t>útil para el dueño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Chofer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566</Words>
  <Application>Microsoft Office PowerPoint</Application>
  <PresentationFormat>Panorámica</PresentationFormat>
  <Paragraphs>177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 Display</vt:lpstr>
      <vt:lpstr>Arial</vt:lpstr>
      <vt:lpstr>Calibri</vt:lpstr>
      <vt:lpstr>Plus Jakarta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Mauricio Conigliaro</cp:lastModifiedBy>
  <cp:revision>2</cp:revision>
  <dcterms:created xsi:type="dcterms:W3CDTF">2013-01-27T09:14:16Z</dcterms:created>
  <dcterms:modified xsi:type="dcterms:W3CDTF">2026-08-17T17:39:34Z</dcterms:modified>
  <cp:category/>
</cp:coreProperties>
</file>